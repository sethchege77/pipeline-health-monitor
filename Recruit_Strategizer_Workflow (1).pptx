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2560320" cy="256032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560320" cy="256032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Strategizer Sub-Workflow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Pipeline Analysis, Bottleneck Detection &amp; Strategy Reporting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Sub-workflow Documentation · Part of the Pipeline Health Monitor System · Built on n8n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Sub-Workflow Does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by the main Pipeline Health Monitor workflow via an Execute Workflow node.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aggregated candidate health metrics as its input data payload.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(Recruitment Strategiser) analyses the data to identify which stage — Interview, Offer, or Screening — is the biggest bottleneck.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4 concrete recommendations to improve hiring speed, formatted as a valid HTML report.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Edit Fields node extracts and structures the output (Title, Text, Bottleneck Stage, Recommendations, HTML Report).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Gmail node emails the HTML strategy report to the HR manager.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error-handling branch catches any AI failures, logs them to Google Sheets with a timestamp, and sends an alert email.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Node Inventory – 22 Nodes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160520" cy="3200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60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9844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(executeWorkflowTrigger)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4160520" cy="32004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642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AI Path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02536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002536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strategiser (AI Agent)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59152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5915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Cloud Chat Model2 (primary LLM)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15768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71576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Chat Model1 (GPT-4o fallback)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072384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07238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Memory1 (buffer window, 30 turns)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429000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42900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Cloud Chat Model10 (parser LLM)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785616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785616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Parser5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160520" cy="32004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960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298448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29844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 (format output fields)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655064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165506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 (Gmail – HTML report)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020824"/>
            <a:ext cx="4160520" cy="32004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02082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Path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359152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35915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 for recruitment advisor (AI Agent)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715768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271576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Cloud Chat Model4 (primary LLM)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072384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307238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Chat Model3 (GPT-4o-mini fallback)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429000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342900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Memory3 (buffer window, 1000 turns)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785616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3785616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Cloud Chat Model5 (parser LLM)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142232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46320" y="41422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Parser2 (TimeStamp|Error|Solution)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498848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46320" y="449884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Fields4 (extract error fields)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4855464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46320" y="485546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or update row in sheet1 (Google Sheets log)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5212080"/>
            <a:ext cx="40690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846320" y="521208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message2 (Gmail – alert email)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27432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301752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</a:rPr>
              <a:t>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– Start Node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sub-workflow receives data from the main workflow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Node – executeWorkflowTrigger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48463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96012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32120" y="109728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type: n8n-nodes-base.executeWorkflowTrigger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mode: Define using fields below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single field named 'data' with type: Allow Any Type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sub-workflow's entry gate — passthrough mode means all incoming data is forwarded as-is to the recruitment strategiser agent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by 'Call WEEK4 Recruit Strategiser' node in the parent workflow using executeWorkflow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payload is the aggregated pipeline metrics JSON built by the main workflow's Aggregate node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27432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301752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</a:rPr>
              <a:t>🤖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Strategiser Agent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brain — bottleneck detection and recommendations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Strategiser – Agent Prompt &amp; Output Schema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029200" cy="3977640"/>
          </a:xfrm>
          <a:prstGeom prst="roundRect">
            <a:avLst>
              <a:gd name="adj" fmla="val 229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Prompt (User Message)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47548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pipeline metrics gotten from the previous nodes.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bottleneck stage (Interview, Offer, Screening).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4 useful recommendations to improve hiring speed.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the output as valid HTML (use &lt;ul&gt; for lists and &lt;b&gt; for bolding).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200400" cy="3977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1500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JSON Schema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0" y="146304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bottleneck_stage: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stage with the biggest delay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(Interview / Offer / Screening)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Array of 4 actionable items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improve hiring speed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html_report: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HTML response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&lt;ul&gt; lists and &lt;b&gt; bolding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autoFix: true — self-repairs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malformed AI JSON output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Strategiser – AI Model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Mistral Cloud Model2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devstral-medium-latest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 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Retries: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Mode: 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Main inference engine for bottleneck detection and recommendations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OpenRouter Chat Model1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389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openai/gpt-4o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67335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 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Retries: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automatically if Mistral fails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zero-downtime strategy generation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Simple Memory1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Window — 30 turns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68503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key: $now (timestamp)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30 messages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on each execution cycle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strategy context coherent during multi-step analysis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Parser: Structured Output Parser5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401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LLM: devstral-medium-latest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68503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bottleneck_stage | recommendations | html_report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autoFix: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strict JSON schema on all AI responses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powered by Mistral Cloud Model10 (temp 0.7)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 Node – Structuring the Strategy Output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48463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96012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32120" y="109728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raw output from the recruitment strategiser agent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and maps 5 output fields: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Text → 'This is the HTML strategy report'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Recommendations → $json.output.recommendations (array)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Bottleneck Stage → $json.output.bottleneck_stage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HTML strategy Report → full HTML content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Title → dynamically set label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feeds directly into the Gmail 'Send a message' node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27432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301752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</a:rPr>
              <a:t>📧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Delivery – HTML Strategy Email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the bottleneck report to HR via Gmail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 – Gmail Strategy Report Node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0292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Node Configuration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53896"/>
            <a:ext cx="475488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Send a message (n8n-nodes-base.gmail)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 pascalmungai850@gmail.com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HTML strategy report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Type:  Text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body template: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{{ $json.Title }}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{{ $json.Text }}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Bottleneck stage: {{ $json['bottleneck stage'] }}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Recommendations: {{ $json.recommendations }}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200400" cy="3977640"/>
          </a:xfrm>
          <a:prstGeom prst="roundRect">
            <a:avLst>
              <a:gd name="adj" fmla="val 285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1500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Email Output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0" y="146304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strategy report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Strategy Report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HTML strategy report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Stage: Interview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structured scheduling tools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interviewer pool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Adopt async video interviews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Establish 24hr feedback SLAs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27432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0" y="301752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</a:rPr>
              <a:t>⚠️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Branch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 for the Recruit Strategizer — log, alert, recover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 Agent – Node Configuration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48463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96012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32120" y="109728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the recruitment strategiser agent fails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prompt: 'Kindly review the error and give a suitable solution. Ensure to include the timestamp of the error in the output.'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Specific Output Format: 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Fallback Model: ON (Mistral → GPT-4o-mini)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dedicated Chat Model, Memory, and Output Parser sub-nodes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schema: TimeStamp | Error | Solution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 – AI Model Configuration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33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LLM: Mistral Cloud Model4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07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devstral-medium-latest | Temp: 0.9 | Tokens: 100 | Retries: 2 | Safe Mode: 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temperature (0.9) chosen for more creative error diagnosis and solution suggestions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39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LLM: OpenRouter Chat Model3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134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openai/gpt-4o-mini | Temp: 0.7 | Tokens: 100 | Retries: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GPT-4o-mini used as fallback — cost-optimised for error handling scenarios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44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Simple Memory3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192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key: $now | Context Window: 1000 turns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1000-turn context window ensures the full error history is available for the agent's analysis across a long error chain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97764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4050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Parser: Structured Output Parser2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3251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{ TimeStamp: "", Error: "", Solution: ""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autoFix: true | Parser LLM: devstral-latest (temp 0.7, safe mode ON, max tokens 1000)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High-token parser model ensures complete, well-formed error reports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Fields1 – Mapping Error Handler Output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48463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96012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32120" y="109728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structured JSON from the error handler agent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3 fields for downstream logging: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Timestamp → $json.output.TimeStamp (Object type)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Error → $json.output.Error (String)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Solution → $json.output.Solution (String)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Manual Mapping — fields defined explicitly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feeds into Append or Update Row in Sheet1 for persistent error logging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Parser8 – Error Schema Definition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48463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96012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32120" y="109728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Type: Generate From JSON Example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Example: { TimeStamp: "", Error: "", Solution: "" }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properties are required fields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Format: ON — self-repairs malformed AI responses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Retry Prompt: OFF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Mistral Cloud Model — devstral-latest at temp 0.7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1000-token budget ensures complete error descriptions are captured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or Update Row in Sheet1 – Error Log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48463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96012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32120" y="109728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n8n-nodes-base.googleSheets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Operation: Append or Update Row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sheet: 'Recruit Strategiser' tab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Linked Google Spreadsheet (by URL)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Column Mode: Map Automatically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to match on: TimeStamp (used as unique row key)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3 columns: Timestamp | Error | Solution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permanent error log for audit and debugging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Message2 – Error Alert Email Node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48463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96012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32120" y="1097280"/>
            <a:ext cx="3063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Send a message2 (n8n-nodes-base.gmail)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Credential: Seth gmail .77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seth.chege77@gmail.com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Error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Type: Text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'ALERT!ALERT!!! Error detected in the Recruit Strategizer'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immediately after the Google Sheets log — ensures the team is notified of every failure within seconds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– Recruit Strategizer Sub-Workflow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(Trigger)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04288" y="1691640"/>
            <a:ext cx="246888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0058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058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7408" y="1691640"/>
            <a:ext cx="246888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10528" y="1691640"/>
            <a:ext cx="246888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10058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058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(Gmail)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PATH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88036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04288" y="3566160"/>
            <a:ext cx="246888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288036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EA580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0" y="288036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07408" y="3566160"/>
            <a:ext cx="246888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88036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288036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Sheet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10528" y="3566160"/>
            <a:ext cx="246888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288036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288036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3708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PATH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Node Additions to Improve This Sub-Workflow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13816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Webhook Response Node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5389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HTML report back to the parent workflow so it can display or further route the strategy output rather than just emailing 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HTML-to-PDF Conversion Node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45389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Code node that converts the HTML report to a PDF attachment, making the emailed strategy report printable and shareable.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13432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4323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Conditional Routing by Bottleneck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80720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IF/Switch node after Edit Fields to route different bottleneck stages (Interview vs Offer vs Screening) to tailored email templates.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313432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4323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Slack Notification Node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80720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Slack node alongside Gmail to post the bottleneck stage and top recommendation directly into an HR Slack channel for instant visibility.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666744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785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Historical Strategy Sheet Append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16052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Google Sheets append node on the success path to log every strategy report (date, bottleneck, recommendations) for longitudinal trend analysis.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3666744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785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Retry Logic for Strategiser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416052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agent call in a loop with a Wait node — automatically retry up to 3 times before routing to the error handler, reducing false error alerts.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 Strategizer Sub-Workflow – Full Documentation</dc:title>
  <dc:subject>PptxGenJS Presentation</dc:subject>
  <dc:creator>PptxGenJS</dc:creator>
  <cp:lastModifiedBy>PptxGenJS</cp:lastModifiedBy>
  <cp:revision>1</cp:revision>
  <dcterms:created xsi:type="dcterms:W3CDTF">2026-06-09T08:10:49Z</dcterms:created>
  <dcterms:modified xsi:type="dcterms:W3CDTF">2026-06-09T08:10:49Z</dcterms:modified>
</cp:coreProperties>
</file>